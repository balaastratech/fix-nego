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B30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BALAASTRATECH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Negotiation Copilot — One-Page Brief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894015" y="4114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Developer Catalyst Program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94015" y="7132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factor: Display &amp; Audio glasses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94015" y="9601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Android + Jetpack Compose (XR SDK)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185855" cy="640080"/>
          </a:xfrm>
          <a:prstGeom prst="roundRect">
            <a:avLst>
              <a:gd name="adj" fmla="val 11429"/>
            </a:avLst>
          </a:prstGeom>
          <a:solidFill>
            <a:srgbClr val="1E24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coaching agent on your glasses. It listens to a live, in-person negotiation and surfaces the next move on your lens — hands-free, eyes-up, in under a second.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look at a phone mid-negotiation — it breaks eye contact and signals weakness.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counter-offer or market price is worthless after the moment passes.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negotiate blind on their most expensive decisions.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GLASSES (FORM-FACTOR FIT)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Glanceable &amp; hands-free — coaching lives in your field of view.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ambient — cards appear the instant leverage shifts.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— “Ask AI” by voice, spoken guidance back.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486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3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— BUILT ON GEMINI, ALREADY DEPLOYED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779008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API — real-time native-audio voice.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ListenerAgent — extracts prices, sentiment, leverage.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grounding + FastAPI/WebSockets, live on Google Cloud Run.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194560"/>
            <a:ext cx="5425135" cy="2417476"/>
          </a:xfrm>
          <a:prstGeom prst="roundRect">
            <a:avLst>
              <a:gd name="adj" fmla="val 2269"/>
            </a:avLst>
          </a:prstGeom>
          <a:solidFill>
            <a:srgbClr val="161B2E"/>
          </a:solidFill>
          <a:ln w="12700">
            <a:solidFill>
              <a:srgbClr val="F5B301"/>
            </a:solidFill>
            <a:prstDash val="solid"/>
          </a:ln>
        </p:spPr>
      </p:sp>
      <p:pic>
        <p:nvPicPr>
          <p:cNvPr id="17" name="Image 0" descr="assets/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240280"/>
            <a:ext cx="5333695" cy="232603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355080" y="4621180"/>
            <a:ext cx="5333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session: the copilot extracts context, flags the $500-vs-$800 gap, pulls market data, and says “counter at ~$700.”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55080" y="5114956"/>
            <a:ext cx="1655978" cy="868680"/>
          </a:xfrm>
          <a:prstGeom prst="roundRect">
            <a:avLst>
              <a:gd name="adj" fmla="val 842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5206396"/>
            <a:ext cx="1655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355080" y="5617876"/>
            <a:ext cx="1655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latency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193938" y="5114956"/>
            <a:ext cx="1655978" cy="868680"/>
          </a:xfrm>
          <a:prstGeom prst="roundRect">
            <a:avLst>
              <a:gd name="adj" fmla="val 842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93938" y="5206396"/>
            <a:ext cx="1655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$600–800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193938" y="5617876"/>
            <a:ext cx="1655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auto-researched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032797" y="5114956"/>
            <a:ext cx="1655978" cy="868680"/>
          </a:xfrm>
          <a:prstGeom prst="roundRect">
            <a:avLst>
              <a:gd name="adj" fmla="val 8421"/>
            </a:avLst>
          </a:prstGeom>
          <a:solidFill>
            <a:srgbClr val="161B2E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32797" y="5206396"/>
            <a:ext cx="1655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10032797" y="5617876"/>
            <a:ext cx="1655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Run, live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5806440"/>
            <a:ext cx="11185855" cy="841248"/>
          </a:xfrm>
          <a:prstGeom prst="roundRect">
            <a:avLst>
              <a:gd name="adj" fmla="val 10870"/>
            </a:avLst>
          </a:prstGeom>
          <a:solidFill>
            <a:srgbClr val="1E2440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58978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</a:t>
            </a:r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mo port to Jetpack XR · 2–4 mo on-glasses audio + voice · 4–8 mo dev-kit testing · 8–12 mo Play (Mar 2027).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77240" y="62636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</a:t>
            </a:r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Audio glasses dev kit · Jetpack XR SDK technical support · grant for ~3–4 months to port &amp; harden the native client.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02920" y="65653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</a:t>
            </a:r>
            <a:pPr algn="l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negotiation-frontend-219079068693.us-central1.run.app</a:t>
            </a:r>
            <a:pPr algn="l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Health: </a:t>
            </a:r>
            <a:pPr algn="l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…run.app/health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2026-05-30T02:53:40Z</dcterms:created>
  <dcterms:modified xsi:type="dcterms:W3CDTF">2026-05-30T02:53:40Z</dcterms:modified>
</cp:coreProperties>
</file>